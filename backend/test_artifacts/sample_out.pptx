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94" y="0"/>
            <a:ext cx="48462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94" y="0"/>
            <a:ext cx="484621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